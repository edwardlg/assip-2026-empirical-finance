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GMU Accent 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5239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GMU Wordmark"/>
          <p:cNvSpPr txBox="1"/>
          <p:nvPr/>
        </p:nvSpPr>
        <p:spPr>
          <a:xfrm>
            <a:off x="365760" y="6355080"/>
            <a:ext cx="6400800" cy="27432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900" b="1">
                <a:solidFill>
                  <a:srgbClr val="005239"/>
                </a:solidFill>
                <a:latin typeface="Open Sans"/>
              </a:rPr>
              <a:t>ASSIP Empirical Finance Research Camp  ·  Prof. Lei Gao</a:t>
            </a:r>
          </a:p>
        </p:txBody>
      </p:sp>
      <p:pic>
        <p:nvPicPr>
          <p:cNvPr id="902" name="GMU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63142" y="256032"/>
            <a:ext cx="75423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333333"/>
      </a:dk1>
      <a:lt1>
        <a:srgbClr val="FFFFFF"/>
      </a:lt1>
      <a:dk2>
        <a:srgbClr val="005239"/>
      </a:dk2>
      <a:lt2>
        <a:srgbClr val="F4F4F2"/>
      </a:lt2>
      <a:accent1>
        <a:srgbClr val="005239"/>
      </a:accent1>
      <a:accent2>
        <a:srgbClr val="FFC733"/>
      </a:accent2>
      <a:accent3>
        <a:srgbClr val="CC4824"/>
      </a:accent3>
      <a:accent4>
        <a:srgbClr val="008285"/>
      </a:accent4>
      <a:accent5>
        <a:srgbClr val="004F71"/>
      </a:accent5>
      <a:accent6>
        <a:srgbClr val="727579"/>
      </a:accent6>
      <a:hlink>
        <a:srgbClr val="004F71"/>
      </a:hlink>
      <a:folHlink>
        <a:srgbClr val="008285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